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LogReg</c:v>
                </c:pt>
                <c:pt idx="1">
                  <c:v>SVM</c:v>
                </c:pt>
                <c:pt idx="2">
                  <c:v>DistilBERT</c:v>
                </c:pt>
                <c:pt idx="3">
                  <c:v>Léxico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0.89459999999999995</c:v>
                </c:pt>
                <c:pt idx="1">
                  <c:v>0.89280000000000004</c:v>
                </c:pt>
                <c:pt idx="2">
                  <c:v>0.85109999999999997</c:v>
                </c:pt>
                <c:pt idx="3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F7-42A4-806B-B258320A9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003366"/>
                </a:solidFill>
              </a:rPr>
              <a:t>Análise de Sentimentos em Reviews IMDb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1800">
                <a:solidFill>
                  <a:srgbClr val="505050"/>
                </a:solidFill>
              </a:rPr>
              <a:t>Grupo-02</a:t>
            </a:r>
          </a:p>
          <a:p>
            <a:endParaRPr sz="1800">
              <a:solidFill>
                <a:srgbClr val="505050"/>
              </a:solidFill>
            </a:endParaRPr>
          </a:p>
          <a:p>
            <a:r>
              <a:rPr sz="1800">
                <a:solidFill>
                  <a:srgbClr val="505050"/>
                </a:solidFill>
              </a:rPr>
              <a:t>André Soares – 98306</a:t>
            </a:r>
          </a:p>
          <a:p>
            <a:r>
              <a:rPr sz="1800">
                <a:solidFill>
                  <a:srgbClr val="505050"/>
                </a:solidFill>
              </a:rPr>
              <a:t>António Navalhas – 108187</a:t>
            </a:r>
          </a:p>
          <a:p>
            <a:r>
              <a:rPr sz="1800">
                <a:solidFill>
                  <a:srgbClr val="505050"/>
                </a:solidFill>
              </a:rPr>
              <a:t>Lifan Chen – 136520</a:t>
            </a:r>
          </a:p>
          <a:p>
            <a:r>
              <a:rPr sz="1800">
                <a:solidFill>
                  <a:srgbClr val="505050"/>
                </a:solidFill>
              </a:rPr>
              <a:t>Pedro Lourenço – 133931</a:t>
            </a:r>
          </a:p>
          <a:p>
            <a:endParaRPr sz="1800">
              <a:solidFill>
                <a:srgbClr val="505050"/>
              </a:solidFill>
            </a:endParaRPr>
          </a:p>
          <a:p>
            <a:r>
              <a:rPr sz="1800">
                <a:solidFill>
                  <a:srgbClr val="505050"/>
                </a:solidFill>
              </a:rPr>
              <a:t>Mestrado em Ciência de Dados</a:t>
            </a:r>
          </a:p>
          <a:p>
            <a:r>
              <a:rPr sz="1800">
                <a:solidFill>
                  <a:srgbClr val="505050"/>
                </a:solidFill>
              </a:rPr>
              <a:t>ISCTE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3366"/>
                </a:solidFill>
              </a:rPr>
              <a:t>Objetivo e Enquadramento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Comparar abordagens de análise de sentimentos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Aplicação em dados reais (IMDb)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Relevância em contextos empresariais e Big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3366"/>
                </a:solidFill>
              </a:rPr>
              <a:t>Descrição do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505050"/>
                </a:solidFill>
              </a:defRPr>
            </a:pPr>
            <a:r>
              <a:t>2000 reviews de filmes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Distribuição equilibrada (positivo vs negativo)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Texto longo e semanticamente rico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3366"/>
                </a:solidFill>
              </a:rPr>
              <a:t>Metodologia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505050"/>
                </a:solidFill>
              </a:defRPr>
            </a:pPr>
            <a:r>
              <a:t>Pré-processamento textual (limpeza, lematização)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Representação TF-IDF (unigramas + bigramas)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Treino e avaliação de múltiplos modelos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3366"/>
                </a:solidFill>
              </a:rPr>
              <a:t>Abordagens Comparadas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505050"/>
                </a:solidFill>
              </a:defRPr>
            </a:pPr>
            <a:r>
              <a:t>Modelos baseados em léxico (TextBlob, VADER)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Machine Learning (Regressão Logística, SVM)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Transformers (DistilBERT)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IA Generativa (Gemini)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Resultados Experimentais (F1-score)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3366"/>
                </a:solidFill>
              </a:rPr>
              <a:t>Discussão dos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505050"/>
                </a:solidFill>
              </a:defRPr>
            </a:pPr>
            <a:r>
              <a:t>Modelos ML apresentaram melhor desempenho global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Transformers limitados por recursos computacionais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Léxico útil como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3366"/>
                </a:solidFill>
              </a:rPr>
              <a:t>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505050"/>
                </a:solidFill>
              </a:defRPr>
            </a:pPr>
            <a:r>
              <a:t>Regressão Logística destacou-se (F1≈0.89)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Boa relação entre desempenho e custo computacional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Escolha depende do contexto de aplicação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3366"/>
                </a:solidFill>
              </a:rPr>
              <a:t>Trabalho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505050"/>
                </a:solidFill>
              </a:defRPr>
            </a:pPr>
            <a:r>
              <a:t>Treino com datasets maiores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Uso de GPU para transformers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Exploração de abordagens híbridas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183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Análise de Sentimentos em Reviews IMDb</vt:lpstr>
      <vt:lpstr>Objetivo e Enquadramento</vt:lpstr>
      <vt:lpstr>Descrição do Dataset</vt:lpstr>
      <vt:lpstr>Metodologia</vt:lpstr>
      <vt:lpstr>Abordagens Comparadas</vt:lpstr>
      <vt:lpstr>Resultados Experimentais (F1-score)</vt:lpstr>
      <vt:lpstr>Discussão dos Resultados</vt:lpstr>
      <vt:lpstr>Conclusões</vt:lpstr>
      <vt:lpstr>Trabalho Futuro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António Ricardo Rebelo Navalhas</cp:lastModifiedBy>
  <cp:revision>2</cp:revision>
  <dcterms:created xsi:type="dcterms:W3CDTF">2013-01-27T09:14:16Z</dcterms:created>
  <dcterms:modified xsi:type="dcterms:W3CDTF">2026-04-27T10:24:29Z</dcterms:modified>
  <cp:category/>
</cp:coreProperties>
</file>